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fintechaton-frontend.vercel.app/verify,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3,554 on the submitted version,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fintechaton-frontend.vercel.app</a:t>
            </a:r>
            <a:endParaRPr lang="en-US" sz="1300" dirty="0"/>
          </a:p>
        </p:txBody>
      </p:sp>
      <p:pic>
        <p:nvPicPr>
          <p:cNvPr id="5" name="slide1-image" descr="C:\Users\NYUAD\AppData\Local\Temp\claude\C--Users-NYUAD-Downloads-FinTechaton\ea8358ed-f283-4dea-9090-adc4a48a45d2\scratchpad\deck\01-home-desktop.png">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C:\Users\NYUAD\AppData\Local\Temp\claude\C--Users-NYUAD-Downloads-FinTechaton\ea8358ed-f283-4dea-9090-adc4a48a45d2\scratchpad\deck\02-questionnaire-phone.png">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C:\Users\NYUAD\AppData\Local\Temp\claude\C--Users-NYUAD-Downloads-FinTechaton\ea8358ed-f283-4dea-9090-adc4a48a45d2\scratchpad\deck\03-game-result-phone.png">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C:\Users\NYUAD\AppData\Local\Temp\claude\C--Users-NYUAD-Downloads-FinTechaton\ea8358ed-f283-4dea-9090-adc4a48a45d2\scratchpad\deck\04-interests-counter-phone.png">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C:\Users\NYUAD\AppData\Local\Temp\claude\C--Users-NYUAD-Downloads-FinTechaton\ea8358ed-f283-4dea-9090-adc4a48a45d2\scratchpad\deck\05-portfolio-summary-phone.png">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C:\Users\NYUAD\AppData\Local\Temp\claude\C--Users-NYUAD-Downloads-FinTechaton\ea8358ed-f283-4dea-9090-adc4a48a45d2\scratchpad\deck\10-verify-proof-phone.png">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C:\Users\NYUAD\AppData\Local\Temp\claude\C--Users-NYUAD-Downloads-FinTechaton\ea8358ed-f283-4dea-9090-adc4a48a45d2\scratchpad\deck\11-limits-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C:\Users\NYUAD\AppData\Local\Temp\claude\C--Users-NYUAD-Downloads-FinTechaton\ea8358ed-f283-4dea-9090-adc4a48a45d2\scratchpad\deck\06-goal-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C:\Users\NYUAD\AppData\Local\Temp\claude\C--Users-NYUAD-Downloads-FinTechaton\ea8358ed-f283-4dea-9090-adc4a48a45d2\scratchpad\deck\09-advisor-trade-card-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3,554</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last complete run 3,538 of 3,540 passed, 1 failed (a timing test of the news page), 1 skipped; 14 added since ran green</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C:\Users\NYUAD\AppData\Local\Temp\claude\C--Users-NYUAD-Downloads-FinTechaton\ea8358ed-f283-4dea-9090-adc4a48a45d2\scratchpad\deck\10-verify-proof-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the newest advisor prompt not yet live red-teamed</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fintechaton-frontend.vercel.app · API and interactive docs: web-production-59960.up.railway.app/docs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2026-10-20T13:48:55Z</dcterms:created>
  <dcterms:modified xsi:type="dcterms:W3CDTF">2026-10-20T13:48:55Z</dcterms:modified>
</cp:coreProperties>
</file>